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2" Type="http://schemas.openxmlformats.org/officeDocument/2006/relationships/slide" Target="slides/slide1.xml"  /><Relationship Id="rId3" Type="http://schemas.openxmlformats.org/officeDocument/2006/relationships/presProps" Target="presProps.xml"  /><Relationship Id="rId4" Type="http://schemas.openxmlformats.org/officeDocument/2006/relationships/viewProps" Target="viewProps.xml"  /><Relationship Id="rId5" Type="http://schemas.openxmlformats.org/officeDocument/2006/relationships/theme" Target="theme/theme1.xml"  /><Relationship Id="rId6" Type="http://schemas.openxmlformats.org/officeDocument/2006/relationships/tableStyles" Target="tableStyles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95599"/>
      </p:ext>
    </p:extLst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219469"/>
      </p:ext>
    </p:extLst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6926375"/>
      </p:ext>
    </p:extLst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36573"/>
      </p:ext>
    </p:extLst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020170"/>
      </p:ext>
    </p:extLst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971709"/>
      </p:ext>
    </p:extLst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67353"/>
      </p:ext>
    </p:extLst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41917"/>
      </p:ext>
    </p:extLst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806685"/>
      </p:ext>
    </p:extLst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292359"/>
      </p:ext>
    </p:extLst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855467"/>
      </p:ext>
    </p:extLst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845367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2D86A-5F52-4165-8473-F1B83627758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8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401" y="1155513"/>
            <a:ext cx="10363198" cy="1470025"/>
          </a:xfrm>
        </p:spPr>
        <p:txBody>
          <a:bodyPr/>
          <a:p>
            <a:pPr>
              <a:defRPr/>
            </a:pPr>
            <a:r>
              <a:rPr lang="ko-KR" altLang="en-US" sz="3900"/>
              <a:t>2025년2학기_SE_과제_</a:t>
            </a:r>
            <a:r>
              <a:rPr lang="en-US" altLang="ko-KR" sz="3900"/>
              <a:t>32214391_</a:t>
            </a:r>
            <a:r>
              <a:rPr lang="ko-KR" altLang="en-US" sz="3900"/>
              <a:t>조현수_</a:t>
            </a:r>
            <a:r>
              <a:rPr lang="en-US" altLang="ko-KR" sz="3900"/>
              <a:t>2</a:t>
            </a:r>
            <a:r>
              <a:rPr lang="ko-KR" altLang="en-US" sz="3900"/>
              <a:t>분반</a:t>
            </a:r>
            <a:endParaRPr lang="ko-KR" altLang="en-US" sz="390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10363198" cy="1752600"/>
          </a:xfrm>
        </p:spPr>
        <p:txBody>
          <a:bodyPr/>
          <a:p>
            <a:pPr algn="l">
              <a:defRPr/>
            </a:pPr>
            <a:r>
              <a:rPr lang="ko-KR" altLang="en-US" sz="2700">
                <a:solidFill>
                  <a:schemeClr val="tx1"/>
                </a:solidFill>
              </a:rPr>
              <a:t>주스납품시스템</a:t>
            </a:r>
            <a:r>
              <a:rPr lang="en-US" altLang="ko-KR" sz="2700">
                <a:solidFill>
                  <a:schemeClr val="tx1"/>
                </a:solidFill>
              </a:rPr>
              <a:t>:</a:t>
            </a:r>
            <a:r>
              <a:rPr lang="ko-KR" altLang="en-US" sz="2700">
                <a:solidFill>
                  <a:schemeClr val="tx1"/>
                </a:solidFill>
              </a:rPr>
              <a:t> 커스텀 주스를 납품하는 업체에서 다양한 메뉴 및 주문의 효율적인 관리를 위해 사용하는 시스템 </a:t>
            </a:r>
            <a:endParaRPr lang="ko-KR" altLang="en-US" sz="27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62819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16</ep:Words>
  <ep:PresentationFormat>화면 슬라이드 쇼(4:3)</ep:PresentationFormat>
  <ep:Paragraphs>2</ep:Paragraphs>
  <ep:Slides>1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ep:HeadingPairs>
  <ep:TitlesOfParts>
    <vt:vector size="2" baseType="lpstr">
      <vt:lpstr>한컴오피스</vt:lpstr>
      <vt:lpstr>2025년2학기_SE_과제_32214391_조현수_2분반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2025-11-09T21:48:16.211</dcterms:created>
  <dc:creator>ChoHyunsu</dc:creator>
  <cp:lastModifiedBy>ChoHyunsu</cp:lastModifiedBy>
  <dcterms:modified xsi:type="dcterms:W3CDTF">2025-11-09T22:42:37.516</dcterms:modified>
  <cp:revision>8</cp:revision>
  <dc:title>2025년2학기_SE_과제_[학번]_[이름]_[분반]</dc:title>
  <cp:version>12.0.0.535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
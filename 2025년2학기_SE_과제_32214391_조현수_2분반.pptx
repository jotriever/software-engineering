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401" y="1155513"/>
            <a:ext cx="10363198" cy="1470025"/>
          </a:xfrm>
        </p:spPr>
        <p:txBody>
          <a:bodyPr/>
          <a:p>
            <a:pPr>
              <a:defRPr/>
            </a:pPr>
            <a:r>
              <a:rPr lang="ko-KR" altLang="en-US" sz="3900"/>
              <a:t>2025년2학기_SE_과제_</a:t>
            </a:r>
            <a:r>
              <a:rPr lang="en-US" altLang="ko-KR" sz="3900"/>
              <a:t>32214391_</a:t>
            </a:r>
            <a:r>
              <a:rPr lang="ko-KR" altLang="en-US" sz="3900"/>
              <a:t>조현수_</a:t>
            </a:r>
            <a:r>
              <a:rPr lang="en-US" altLang="ko-KR" sz="3900"/>
              <a:t>2</a:t>
            </a:r>
            <a:r>
              <a:rPr lang="ko-KR" altLang="en-US" sz="3900"/>
              <a:t>분반</a:t>
            </a:r>
            <a:endParaRPr lang="ko-KR" altLang="en-US" sz="39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10363198" cy="1752600"/>
          </a:xfrm>
        </p:spPr>
        <p:txBody>
          <a:bodyPr/>
          <a:p>
            <a:pPr algn="l">
              <a:defRPr/>
            </a:pPr>
            <a:r>
              <a:rPr lang="ko-KR" altLang="en-US" sz="2700">
                <a:solidFill>
                  <a:schemeClr val="tx1"/>
                </a:solidFill>
              </a:rPr>
              <a:t>주스납품시스템</a:t>
            </a:r>
            <a:r>
              <a:rPr lang="en-US" altLang="ko-KR" sz="2700">
                <a:solidFill>
                  <a:schemeClr val="tx1"/>
                </a:solidFill>
              </a:rPr>
              <a:t>:</a:t>
            </a:r>
            <a:r>
              <a:rPr lang="ko-KR" altLang="en-US" sz="2700">
                <a:solidFill>
                  <a:schemeClr val="tx1"/>
                </a:solidFill>
              </a:rPr>
              <a:t> 커스텀 주스를 납품하는 업체에서 다양한 메뉴 및 주문의 효율적인 관리를 위해 사용하는 시스템 </a:t>
            </a:r>
            <a:endParaRPr lang="ko-KR" alt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81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571500"/>
          </a:xfrm>
        </p:spPr>
        <p:txBody>
          <a:bodyPr/>
          <a:p>
            <a:pPr algn="l">
              <a:defRPr/>
            </a:pPr>
            <a:r>
              <a:rPr lang="en-US" altLang="ko-KR" sz="3000"/>
              <a:t>1.</a:t>
            </a:r>
            <a:r>
              <a:rPr lang="ko-KR" altLang="en-US" sz="3000"/>
              <a:t> 프로젝트 주제를 선정</a:t>
            </a:r>
            <a:endParaRPr lang="ko-KR" altLang="en-US" sz="300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609599" y="846138"/>
            <a:ext cx="10972798" cy="5280025"/>
          </a:xfrm>
        </p:spPr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175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571500"/>
          </a:xfrm>
        </p:spPr>
        <p:txBody>
          <a:bodyPr/>
          <a:p>
            <a:pPr algn="l">
              <a:defRPr/>
            </a:pPr>
            <a:r>
              <a:rPr lang="en-US" altLang="ko-KR" sz="3000"/>
              <a:t>2.</a:t>
            </a:r>
            <a:r>
              <a:rPr lang="ko-KR" altLang="en-US" sz="3000"/>
              <a:t> UML 다이어그램</a:t>
            </a:r>
            <a:endParaRPr lang="ko-KR" altLang="en-US" sz="300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609599" y="846138"/>
            <a:ext cx="10972798" cy="5280025"/>
          </a:xfrm>
        </p:spPr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12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571500"/>
          </a:xfrm>
        </p:spPr>
        <p:txBody>
          <a:bodyPr/>
          <a:p>
            <a:pPr algn="l">
              <a:defRPr/>
            </a:pPr>
            <a:r>
              <a:rPr lang="en-US" altLang="ko-KR" sz="3000"/>
              <a:t>3.</a:t>
            </a:r>
            <a:r>
              <a:rPr lang="ko-KR" altLang="en-US" sz="3000"/>
              <a:t> 설계 원리적용</a:t>
            </a:r>
            <a:endParaRPr lang="ko-KR" altLang="en-US" sz="300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609599" y="846138"/>
            <a:ext cx="10972798" cy="5280025"/>
          </a:xfrm>
        </p:spPr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525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571500"/>
          </a:xfrm>
        </p:spPr>
        <p:txBody>
          <a:bodyPr/>
          <a:p>
            <a:pPr algn="l">
              <a:defRPr/>
            </a:pPr>
            <a:r>
              <a:rPr lang="en-US" altLang="ko-KR" sz="3000"/>
              <a:t> 4. 클래스 설계</a:t>
            </a:r>
            <a:r>
              <a:rPr lang="ko-KR" altLang="en-US" sz="3000"/>
              <a:t> </a:t>
            </a:r>
            <a:r>
              <a:rPr lang="en-US" altLang="ko-KR" sz="3000"/>
              <a:t>원칙</a:t>
            </a:r>
            <a:r>
              <a:rPr lang="ko-KR" altLang="en-US" sz="3000"/>
              <a:t> </a:t>
            </a:r>
            <a:r>
              <a:rPr lang="en-US" altLang="ko-KR" sz="3000"/>
              <a:t>적용</a:t>
            </a:r>
            <a:endParaRPr lang="en-US" altLang="ko-KR" sz="300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609599" y="846138"/>
            <a:ext cx="10972798" cy="5280025"/>
          </a:xfrm>
        </p:spPr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497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571500"/>
          </a:xfrm>
        </p:spPr>
        <p:txBody>
          <a:bodyPr/>
          <a:p>
            <a:pPr algn="l">
              <a:defRPr/>
            </a:pPr>
            <a:r>
              <a:rPr lang="en-US" altLang="ko-KR" sz="3000"/>
              <a:t> 5. 아키텍처 &amp; 프레임워크</a:t>
            </a:r>
            <a:endParaRPr lang="en-US" altLang="ko-KR" sz="300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609599" y="846138"/>
            <a:ext cx="10972798" cy="5280025"/>
          </a:xfrm>
        </p:spPr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164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571500"/>
          </a:xfrm>
        </p:spPr>
        <p:txBody>
          <a:bodyPr/>
          <a:p>
            <a:pPr algn="l">
              <a:defRPr/>
            </a:pPr>
            <a:r>
              <a:rPr lang="ko-KR" altLang="en-US" sz="3000"/>
              <a:t> </a:t>
            </a:r>
            <a:r>
              <a:rPr lang="en-US" altLang="ko-KR" sz="3000"/>
              <a:t>6. 디자인 패턴</a:t>
            </a:r>
            <a:r>
              <a:rPr lang="ko-KR" altLang="en-US" sz="3000"/>
              <a:t> </a:t>
            </a:r>
            <a:r>
              <a:rPr lang="en-US" altLang="ko-KR" sz="3000"/>
              <a:t>적용</a:t>
            </a:r>
            <a:endParaRPr lang="en-US" altLang="ko-KR" sz="300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609599" y="846138"/>
            <a:ext cx="10972798" cy="5280025"/>
          </a:xfrm>
        </p:spPr>
        <p:txBody>
          <a:bodyPr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579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39</ep:Words>
  <ep:PresentationFormat>화면 슬라이드 쇼(4:3)</ep:PresentationFormat>
  <ep:Paragraphs>14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한컴오피스</vt:lpstr>
      <vt:lpstr>2025년2학기_SE_과제_32214391_조현수_2분반</vt:lpstr>
      <vt:lpstr>1. 프로젝트 주제를 선정</vt:lpstr>
      <vt:lpstr>2. UML 다이어그램</vt:lpstr>
      <vt:lpstr>3. 설계 원리적용</vt:lpstr>
      <vt:lpstr>4. 클래스 설계 원칙 적용</vt:lpstr>
      <vt:lpstr>5. 아키텍처 &amp; 프레임워크</vt:lpstr>
      <vt:lpstr>6. 디자인 패턴 적용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2025-11-09T21:48:16.211</dcterms:created>
  <dc:creator>ChoHyunsu</dc:creator>
  <cp:lastModifiedBy>ChoHyunsu</cp:lastModifiedBy>
  <dcterms:modified xsi:type="dcterms:W3CDTF">2025-11-12T05:05:58.046</dcterms:modified>
  <cp:revision>13</cp:revision>
  <dc:title>2025년2학기_SE_과제_[학번]_[이름]_[분반]</dc:title>
  <cp:version>12.0.0.535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